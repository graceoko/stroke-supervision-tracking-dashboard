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294" r:id="rId5"/>
    <p:sldId id="301" r:id="rId6"/>
    <p:sldId id="295" r:id="rId7"/>
    <p:sldId id="3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C3212-DB9D-45D7-A054-699107813D68}" v="425" dt="2025-04-14T16:15:34.514"/>
    <p1510:client id="{4030C7FA-0E9C-4C8E-B7A1-801EB2E3D775}" v="4" dt="2025-04-14T17:56:43.27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94" autoAdjust="0"/>
    <p:restoredTop sz="80260" autoAdjust="0"/>
  </p:normalViewPr>
  <p:slideViewPr>
    <p:cSldViewPr snapToGrid="0">
      <p:cViewPr varScale="1">
        <p:scale>
          <a:sx n="69" d="100"/>
          <a:sy n="69" d="100"/>
        </p:scale>
        <p:origin x="84" y="3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Denoyer" userId="0867b5d0b17ac515" providerId="LiveId" clId="{4030C7FA-0E9C-4C8E-B7A1-801EB2E3D775}"/>
    <pc:docChg chg="undo custSel addSld delSld modSld">
      <pc:chgData name="Ashley Denoyer" userId="0867b5d0b17ac515" providerId="LiveId" clId="{4030C7FA-0E9C-4C8E-B7A1-801EB2E3D775}" dt="2025-04-14T17:56:45.208" v="57" actId="1076"/>
      <pc:docMkLst>
        <pc:docMk/>
      </pc:docMkLst>
      <pc:sldChg chg="del">
        <pc:chgData name="Ashley Denoyer" userId="0867b5d0b17ac515" providerId="LiveId" clId="{4030C7FA-0E9C-4C8E-B7A1-801EB2E3D775}" dt="2025-04-14T17:33:56.013" v="5" actId="47"/>
        <pc:sldMkLst>
          <pc:docMk/>
          <pc:sldMk cId="3666674671" sldId="261"/>
        </pc:sldMkLst>
      </pc:sldChg>
      <pc:sldChg chg="del">
        <pc:chgData name="Ashley Denoyer" userId="0867b5d0b17ac515" providerId="LiveId" clId="{4030C7FA-0E9C-4C8E-B7A1-801EB2E3D775}" dt="2025-04-14T17:33:54.023" v="4" actId="47"/>
        <pc:sldMkLst>
          <pc:docMk/>
          <pc:sldMk cId="821088003" sldId="276"/>
        </pc:sldMkLst>
      </pc:sldChg>
      <pc:sldChg chg="del">
        <pc:chgData name="Ashley Denoyer" userId="0867b5d0b17ac515" providerId="LiveId" clId="{4030C7FA-0E9C-4C8E-B7A1-801EB2E3D775}" dt="2025-04-14T17:33:57.338" v="6" actId="47"/>
        <pc:sldMkLst>
          <pc:docMk/>
          <pc:sldMk cId="4242039281" sldId="283"/>
        </pc:sldMkLst>
      </pc:sldChg>
      <pc:sldChg chg="del">
        <pc:chgData name="Ashley Denoyer" userId="0867b5d0b17ac515" providerId="LiveId" clId="{4030C7FA-0E9C-4C8E-B7A1-801EB2E3D775}" dt="2025-04-14T17:33:53.455" v="3" actId="47"/>
        <pc:sldMkLst>
          <pc:docMk/>
          <pc:sldMk cId="1038351183" sldId="288"/>
        </pc:sldMkLst>
      </pc:sldChg>
      <pc:sldChg chg="del">
        <pc:chgData name="Ashley Denoyer" userId="0867b5d0b17ac515" providerId="LiveId" clId="{4030C7FA-0E9C-4C8E-B7A1-801EB2E3D775}" dt="2025-04-14T17:33:52.529" v="1" actId="47"/>
        <pc:sldMkLst>
          <pc:docMk/>
          <pc:sldMk cId="3078994387" sldId="289"/>
        </pc:sldMkLst>
      </pc:sldChg>
      <pc:sldChg chg="del">
        <pc:chgData name="Ashley Denoyer" userId="0867b5d0b17ac515" providerId="LiveId" clId="{4030C7FA-0E9C-4C8E-B7A1-801EB2E3D775}" dt="2025-04-14T17:34:30.116" v="16" actId="47"/>
        <pc:sldMkLst>
          <pc:docMk/>
          <pc:sldMk cId="661991327" sldId="290"/>
        </pc:sldMkLst>
      </pc:sldChg>
      <pc:sldChg chg="del">
        <pc:chgData name="Ashley Denoyer" userId="0867b5d0b17ac515" providerId="LiveId" clId="{4030C7FA-0E9C-4C8E-B7A1-801EB2E3D775}" dt="2025-04-14T17:34:08.518" v="9" actId="47"/>
        <pc:sldMkLst>
          <pc:docMk/>
          <pc:sldMk cId="2970345454" sldId="291"/>
        </pc:sldMkLst>
      </pc:sldChg>
      <pc:sldChg chg="del">
        <pc:chgData name="Ashley Denoyer" userId="0867b5d0b17ac515" providerId="LiveId" clId="{4030C7FA-0E9C-4C8E-B7A1-801EB2E3D775}" dt="2025-04-14T17:34:03.365" v="7" actId="47"/>
        <pc:sldMkLst>
          <pc:docMk/>
          <pc:sldMk cId="184604420" sldId="292"/>
        </pc:sldMkLst>
      </pc:sldChg>
      <pc:sldChg chg="del">
        <pc:chgData name="Ashley Denoyer" userId="0867b5d0b17ac515" providerId="LiveId" clId="{4030C7FA-0E9C-4C8E-B7A1-801EB2E3D775}" dt="2025-04-14T17:34:05.690" v="8" actId="47"/>
        <pc:sldMkLst>
          <pc:docMk/>
          <pc:sldMk cId="2311193528" sldId="293"/>
        </pc:sldMkLst>
      </pc:sldChg>
      <pc:sldChg chg="del">
        <pc:chgData name="Ashley Denoyer" userId="0867b5d0b17ac515" providerId="LiveId" clId="{4030C7FA-0E9C-4C8E-B7A1-801EB2E3D775}" dt="2025-04-14T17:34:16.396" v="10" actId="47"/>
        <pc:sldMkLst>
          <pc:docMk/>
          <pc:sldMk cId="1257344734" sldId="296"/>
        </pc:sldMkLst>
      </pc:sldChg>
      <pc:sldChg chg="del">
        <pc:chgData name="Ashley Denoyer" userId="0867b5d0b17ac515" providerId="LiveId" clId="{4030C7FA-0E9C-4C8E-B7A1-801EB2E3D775}" dt="2025-04-14T17:34:22.229" v="15" actId="47"/>
        <pc:sldMkLst>
          <pc:docMk/>
          <pc:sldMk cId="3636959029" sldId="297"/>
        </pc:sldMkLst>
      </pc:sldChg>
      <pc:sldChg chg="del">
        <pc:chgData name="Ashley Denoyer" userId="0867b5d0b17ac515" providerId="LiveId" clId="{4030C7FA-0E9C-4C8E-B7A1-801EB2E3D775}" dt="2025-04-14T17:34:21.588" v="14" actId="47"/>
        <pc:sldMkLst>
          <pc:docMk/>
          <pc:sldMk cId="1072079637" sldId="298"/>
        </pc:sldMkLst>
      </pc:sldChg>
      <pc:sldChg chg="del">
        <pc:chgData name="Ashley Denoyer" userId="0867b5d0b17ac515" providerId="LiveId" clId="{4030C7FA-0E9C-4C8E-B7A1-801EB2E3D775}" dt="2025-04-14T17:34:31.813" v="17" actId="47"/>
        <pc:sldMkLst>
          <pc:docMk/>
          <pc:sldMk cId="1674913089" sldId="299"/>
        </pc:sldMkLst>
      </pc:sldChg>
      <pc:sldChg chg="del">
        <pc:chgData name="Ashley Denoyer" userId="0867b5d0b17ac515" providerId="LiveId" clId="{4030C7FA-0E9C-4C8E-B7A1-801EB2E3D775}" dt="2025-04-14T17:34:20.184" v="12" actId="47"/>
        <pc:sldMkLst>
          <pc:docMk/>
          <pc:sldMk cId="529733617" sldId="300"/>
        </pc:sldMkLst>
      </pc:sldChg>
      <pc:sldChg chg="addSp delSp modSp add mod delAnim">
        <pc:chgData name="Ashley Denoyer" userId="0867b5d0b17ac515" providerId="LiveId" clId="{4030C7FA-0E9C-4C8E-B7A1-801EB2E3D775}" dt="2025-04-14T17:56:45.208" v="57" actId="1076"/>
        <pc:sldMkLst>
          <pc:docMk/>
          <pc:sldMk cId="1146984041" sldId="302"/>
        </pc:sldMkLst>
        <pc:spChg chg="del">
          <ac:chgData name="Ashley Denoyer" userId="0867b5d0b17ac515" providerId="LiveId" clId="{4030C7FA-0E9C-4C8E-B7A1-801EB2E3D775}" dt="2025-04-14T17:36:17.002" v="22" actId="478"/>
          <ac:spMkLst>
            <pc:docMk/>
            <pc:sldMk cId="1146984041" sldId="302"/>
            <ac:spMk id="2" creationId="{0CAF32D2-D323-FE38-33FC-EE155C8600CE}"/>
          </ac:spMkLst>
        </pc:spChg>
        <pc:spChg chg="add del mod">
          <ac:chgData name="Ashley Denoyer" userId="0867b5d0b17ac515" providerId="LiveId" clId="{4030C7FA-0E9C-4C8E-B7A1-801EB2E3D775}" dt="2025-04-14T17:36:19.608" v="23" actId="478"/>
          <ac:spMkLst>
            <pc:docMk/>
            <pc:sldMk cId="1146984041" sldId="302"/>
            <ac:spMk id="5" creationId="{14FD2571-33DB-DCC5-BB74-284F6991B776}"/>
          </ac:spMkLst>
        </pc:spChg>
        <pc:spChg chg="mod">
          <ac:chgData name="Ashley Denoyer" userId="0867b5d0b17ac515" providerId="LiveId" clId="{4030C7FA-0E9C-4C8E-B7A1-801EB2E3D775}" dt="2025-04-14T17:54:36.053" v="48" actId="14100"/>
          <ac:spMkLst>
            <pc:docMk/>
            <pc:sldMk cId="1146984041" sldId="302"/>
            <ac:spMk id="6" creationId="{FA8648A9-C0F2-45DD-AE01-C5A5C11F3885}"/>
          </ac:spMkLst>
        </pc:spChg>
        <pc:spChg chg="del">
          <ac:chgData name="Ashley Denoyer" userId="0867b5d0b17ac515" providerId="LiveId" clId="{4030C7FA-0E9C-4C8E-B7A1-801EB2E3D775}" dt="2025-04-14T17:36:13.960" v="19" actId="478"/>
          <ac:spMkLst>
            <pc:docMk/>
            <pc:sldMk cId="1146984041" sldId="302"/>
            <ac:spMk id="7" creationId="{4C5DBD35-FA61-F488-C045-0285D78EBBB3}"/>
          </ac:spMkLst>
        </pc:spChg>
        <pc:graphicFrameChg chg="add del mod">
          <ac:chgData name="Ashley Denoyer" userId="0867b5d0b17ac515" providerId="LiveId" clId="{4030C7FA-0E9C-4C8E-B7A1-801EB2E3D775}" dt="2025-04-14T17:56:32.782" v="52" actId="478"/>
          <ac:graphicFrameMkLst>
            <pc:docMk/>
            <pc:sldMk cId="1146984041" sldId="302"/>
            <ac:graphicFrameMk id="9" creationId="{1F39CD13-7114-E0EF-CAD7-941961FBE4B8}"/>
          </ac:graphicFrameMkLst>
        </pc:graphicFrameChg>
        <pc:graphicFrameChg chg="add mod">
          <ac:chgData name="Ashley Denoyer" userId="0867b5d0b17ac515" providerId="LiveId" clId="{4030C7FA-0E9C-4C8E-B7A1-801EB2E3D775}" dt="2025-04-14T17:56:45.208" v="57" actId="1076"/>
          <ac:graphicFrameMkLst>
            <pc:docMk/>
            <pc:sldMk cId="1146984041" sldId="302"/>
            <ac:graphicFrameMk id="10" creationId="{9B30BE71-1CD5-FEAA-D881-A995E0EB4CDF}"/>
          </ac:graphicFrameMkLst>
        </pc:graphicFrameChg>
        <pc:picChg chg="del">
          <ac:chgData name="Ashley Denoyer" userId="0867b5d0b17ac515" providerId="LiveId" clId="{4030C7FA-0E9C-4C8E-B7A1-801EB2E3D775}" dt="2025-04-14T17:36:14.475" v="20" actId="478"/>
          <ac:picMkLst>
            <pc:docMk/>
            <pc:sldMk cId="1146984041" sldId="302"/>
            <ac:picMk id="4" creationId="{67E5E642-7F69-E0FD-F383-A4BA222027B8}"/>
          </ac:picMkLst>
        </pc:picChg>
        <pc:cxnChg chg="del">
          <ac:chgData name="Ashley Denoyer" userId="0867b5d0b17ac515" providerId="LiveId" clId="{4030C7FA-0E9C-4C8E-B7A1-801EB2E3D775}" dt="2025-04-14T17:36:15.374" v="21" actId="478"/>
          <ac:cxnSpMkLst>
            <pc:docMk/>
            <pc:sldMk cId="1146984041" sldId="302"/>
            <ac:cxnSpMk id="8" creationId="{0FD95728-ADBF-0495-5B38-BBD7F98C8C44}"/>
          </ac:cxnSpMkLst>
        </pc:cxnChg>
      </pc:sldChg>
      <pc:sldChg chg="del">
        <pc:chgData name="Ashley Denoyer" userId="0867b5d0b17ac515" providerId="LiveId" clId="{4030C7FA-0E9C-4C8E-B7A1-801EB2E3D775}" dt="2025-04-14T17:34:21.016" v="13" actId="47"/>
        <pc:sldMkLst>
          <pc:docMk/>
          <pc:sldMk cId="1841686650" sldId="302"/>
        </pc:sldMkLst>
      </pc:sldChg>
      <pc:sldChg chg="del">
        <pc:chgData name="Ashley Denoyer" userId="0867b5d0b17ac515" providerId="LiveId" clId="{4030C7FA-0E9C-4C8E-B7A1-801EB2E3D775}" dt="2025-04-14T17:34:17.240" v="11" actId="47"/>
        <pc:sldMkLst>
          <pc:docMk/>
          <pc:sldMk cId="4256127959" sldId="303"/>
        </pc:sldMkLst>
      </pc:sldChg>
      <pc:sldChg chg="new del">
        <pc:chgData name="Ashley Denoyer" userId="0867b5d0b17ac515" providerId="LiveId" clId="{4030C7FA-0E9C-4C8E-B7A1-801EB2E3D775}" dt="2025-04-14T17:33:53.059" v="2" actId="47"/>
        <pc:sldMkLst>
          <pc:docMk/>
          <pc:sldMk cId="1209046991" sldId="304"/>
        </pc:sldMkLst>
      </pc:sldChg>
      <pc:sldMasterChg chg="delSldLayout">
        <pc:chgData name="Ashley Denoyer" userId="0867b5d0b17ac515" providerId="LiveId" clId="{4030C7FA-0E9C-4C8E-B7A1-801EB2E3D775}" dt="2025-04-14T17:34:30.116" v="16" actId="47"/>
        <pc:sldMasterMkLst>
          <pc:docMk/>
          <pc:sldMasterMk cId="1556065105" sldId="2147483667"/>
        </pc:sldMasterMkLst>
        <pc:sldLayoutChg chg="del">
          <pc:chgData name="Ashley Denoyer" userId="0867b5d0b17ac515" providerId="LiveId" clId="{4030C7FA-0E9C-4C8E-B7A1-801EB2E3D775}" dt="2025-04-14T17:33:53.455" v="3" actId="47"/>
          <pc:sldLayoutMkLst>
            <pc:docMk/>
            <pc:sldMasterMk cId="1556065105" sldId="2147483667"/>
            <pc:sldLayoutMk cId="4225005661" sldId="2147483680"/>
          </pc:sldLayoutMkLst>
        </pc:sldLayoutChg>
        <pc:sldLayoutChg chg="del">
          <pc:chgData name="Ashley Denoyer" userId="0867b5d0b17ac515" providerId="LiveId" clId="{4030C7FA-0E9C-4C8E-B7A1-801EB2E3D775}" dt="2025-04-14T17:34:30.116" v="16" actId="47"/>
          <pc:sldLayoutMkLst>
            <pc:docMk/>
            <pc:sldMasterMk cId="1556065105" sldId="2147483667"/>
            <pc:sldLayoutMk cId="4056528567" sldId="2147483681"/>
          </pc:sldLayoutMkLst>
        </pc:sldLayoutChg>
        <pc:sldLayoutChg chg="del">
          <pc:chgData name="Ashley Denoyer" userId="0867b5d0b17ac515" providerId="LiveId" clId="{4030C7FA-0E9C-4C8E-B7A1-801EB2E3D775}" dt="2025-04-14T17:33:56.013" v="5" actId="47"/>
          <pc:sldLayoutMkLst>
            <pc:docMk/>
            <pc:sldMasterMk cId="1556065105" sldId="2147483667"/>
            <pc:sldLayoutMk cId="3192374036" sldId="2147483683"/>
          </pc:sldLayoutMkLst>
        </pc:sldLayoutChg>
      </pc:sldMasterChg>
    </pc:docChg>
  </pc:docChgLst>
  <pc:docChgLst>
    <pc:chgData name="Ashley Denoyer" userId="0867b5d0b17ac515" providerId="LiveId" clId="{373C3212-DB9D-45D7-A054-699107813D68}"/>
    <pc:docChg chg="undo custSel addSld delSld modSld sldOrd">
      <pc:chgData name="Ashley Denoyer" userId="0867b5d0b17ac515" providerId="LiveId" clId="{373C3212-DB9D-45D7-A054-699107813D68}" dt="2025-04-14T17:25:31.846" v="5177" actId="1076"/>
      <pc:docMkLst>
        <pc:docMk/>
      </pc:docMkLst>
      <pc:sldChg chg="modSp mod">
        <pc:chgData name="Ashley Denoyer" userId="0867b5d0b17ac515" providerId="LiveId" clId="{373C3212-DB9D-45D7-A054-699107813D68}" dt="2025-04-14T13:32:35.776" v="1568" actId="20577"/>
        <pc:sldMkLst>
          <pc:docMk/>
          <pc:sldMk cId="3666674671" sldId="261"/>
        </pc:sldMkLst>
        <pc:spChg chg="mod">
          <ac:chgData name="Ashley Denoyer" userId="0867b5d0b17ac515" providerId="LiveId" clId="{373C3212-DB9D-45D7-A054-699107813D68}" dt="2025-04-14T13:32:35.776" v="1568" actId="20577"/>
          <ac:spMkLst>
            <pc:docMk/>
            <pc:sldMk cId="3666674671" sldId="261"/>
            <ac:spMk id="3" creationId="{A6A33159-D030-2F82-A142-F75940728319}"/>
          </ac:spMkLst>
        </pc:spChg>
      </pc:sldChg>
      <pc:sldChg chg="modNotesTx">
        <pc:chgData name="Ashley Denoyer" userId="0867b5d0b17ac515" providerId="LiveId" clId="{373C3212-DB9D-45D7-A054-699107813D68}" dt="2025-04-14T15:32:12.880" v="4523"/>
        <pc:sldMkLst>
          <pc:docMk/>
          <pc:sldMk cId="821088003" sldId="276"/>
        </pc:sldMkLst>
      </pc:sldChg>
      <pc:sldChg chg="ord modNotesTx">
        <pc:chgData name="Ashley Denoyer" userId="0867b5d0b17ac515" providerId="LiveId" clId="{373C3212-DB9D-45D7-A054-699107813D68}" dt="2025-04-14T00:22:48.767" v="1056" actId="313"/>
        <pc:sldMkLst>
          <pc:docMk/>
          <pc:sldMk cId="4242039281" sldId="283"/>
        </pc:sldMkLst>
      </pc:sldChg>
      <pc:sldChg chg="modSp mod">
        <pc:chgData name="Ashley Denoyer" userId="0867b5d0b17ac515" providerId="LiveId" clId="{373C3212-DB9D-45D7-A054-699107813D68}" dt="2025-04-14T17:25:31.846" v="5177" actId="1076"/>
        <pc:sldMkLst>
          <pc:docMk/>
          <pc:sldMk cId="1038351183" sldId="288"/>
        </pc:sldMkLst>
        <pc:spChg chg="mod">
          <ac:chgData name="Ashley Denoyer" userId="0867b5d0b17ac515" providerId="LiveId" clId="{373C3212-DB9D-45D7-A054-699107813D68}" dt="2025-04-14T17:25:26.576" v="5174" actId="1076"/>
          <ac:spMkLst>
            <pc:docMk/>
            <pc:sldMk cId="1038351183" sldId="288"/>
            <ac:spMk id="2" creationId="{43C2181D-911C-1343-7267-E35AC86CCA0E}"/>
          </ac:spMkLst>
        </pc:spChg>
        <pc:spChg chg="mod">
          <ac:chgData name="Ashley Denoyer" userId="0867b5d0b17ac515" providerId="LiveId" clId="{373C3212-DB9D-45D7-A054-699107813D68}" dt="2025-04-14T17:25:31.846" v="5177" actId="1076"/>
          <ac:spMkLst>
            <pc:docMk/>
            <pc:sldMk cId="1038351183" sldId="288"/>
            <ac:spMk id="3" creationId="{9BEA8735-F1DC-1DE6-0A38-429B2F660F8A}"/>
          </ac:spMkLst>
        </pc:spChg>
        <pc:picChg chg="mod">
          <ac:chgData name="Ashley Denoyer" userId="0867b5d0b17ac515" providerId="LiveId" clId="{373C3212-DB9D-45D7-A054-699107813D68}" dt="2025-04-14T15:31:35.758" v="4519" actId="208"/>
          <ac:picMkLst>
            <pc:docMk/>
            <pc:sldMk cId="1038351183" sldId="288"/>
            <ac:picMk id="25" creationId="{086C9520-C924-5732-CC82-F0C4A533D4E2}"/>
          </ac:picMkLst>
        </pc:picChg>
      </pc:sldChg>
      <pc:sldChg chg="modSp mod">
        <pc:chgData name="Ashley Denoyer" userId="0867b5d0b17ac515" providerId="LiveId" clId="{373C3212-DB9D-45D7-A054-699107813D68}" dt="2025-04-14T15:31:14.086" v="4515" actId="208"/>
        <pc:sldMkLst>
          <pc:docMk/>
          <pc:sldMk cId="3078994387" sldId="289"/>
        </pc:sldMkLst>
        <pc:picChg chg="mod">
          <ac:chgData name="Ashley Denoyer" userId="0867b5d0b17ac515" providerId="LiveId" clId="{373C3212-DB9D-45D7-A054-699107813D68}" dt="2025-04-14T15:31:14.086" v="4515" actId="208"/>
          <ac:picMkLst>
            <pc:docMk/>
            <pc:sldMk cId="3078994387" sldId="289"/>
            <ac:picMk id="7" creationId="{ED21B7CD-3D69-26B5-8A0B-52A19A6B0A26}"/>
          </ac:picMkLst>
        </pc:picChg>
      </pc:sldChg>
      <pc:sldChg chg="modSp mod">
        <pc:chgData name="Ashley Denoyer" userId="0867b5d0b17ac515" providerId="LiveId" clId="{373C3212-DB9D-45D7-A054-699107813D68}" dt="2025-04-13T02:27:56.518" v="0" actId="1076"/>
        <pc:sldMkLst>
          <pc:docMk/>
          <pc:sldMk cId="661991327" sldId="290"/>
        </pc:sldMkLst>
        <pc:spChg chg="mod">
          <ac:chgData name="Ashley Denoyer" userId="0867b5d0b17ac515" providerId="LiveId" clId="{373C3212-DB9D-45D7-A054-699107813D68}" dt="2025-04-13T02:27:56.518" v="0" actId="1076"/>
          <ac:spMkLst>
            <pc:docMk/>
            <pc:sldMk cId="661991327" sldId="290"/>
            <ac:spMk id="3" creationId="{02D34A77-44B7-23B3-EF32-8701318C5837}"/>
          </ac:spMkLst>
        </pc:spChg>
      </pc:sldChg>
      <pc:sldChg chg="modSp mod">
        <pc:chgData name="Ashley Denoyer" userId="0867b5d0b17ac515" providerId="LiveId" clId="{373C3212-DB9D-45D7-A054-699107813D68}" dt="2025-04-14T13:27:13.223" v="1529" actId="27636"/>
        <pc:sldMkLst>
          <pc:docMk/>
          <pc:sldMk cId="2970345454" sldId="291"/>
        </pc:sldMkLst>
        <pc:spChg chg="mod">
          <ac:chgData name="Ashley Denoyer" userId="0867b5d0b17ac515" providerId="LiveId" clId="{373C3212-DB9D-45D7-A054-699107813D68}" dt="2025-04-14T13:27:13.223" v="1529" actId="27636"/>
          <ac:spMkLst>
            <pc:docMk/>
            <pc:sldMk cId="2970345454" sldId="291"/>
            <ac:spMk id="10" creationId="{898450C2-D584-A12E-2231-20C6533635C4}"/>
          </ac:spMkLst>
        </pc:spChg>
      </pc:sldChg>
      <pc:sldChg chg="modSp mod">
        <pc:chgData name="Ashley Denoyer" userId="0867b5d0b17ac515" providerId="LiveId" clId="{373C3212-DB9D-45D7-A054-699107813D68}" dt="2025-04-14T13:00:19.302" v="1281" actId="207"/>
        <pc:sldMkLst>
          <pc:docMk/>
          <pc:sldMk cId="184604420" sldId="292"/>
        </pc:sldMkLst>
        <pc:spChg chg="mod">
          <ac:chgData name="Ashley Denoyer" userId="0867b5d0b17ac515" providerId="LiveId" clId="{373C3212-DB9D-45D7-A054-699107813D68}" dt="2025-04-14T13:00:19.302" v="1281" actId="207"/>
          <ac:spMkLst>
            <pc:docMk/>
            <pc:sldMk cId="184604420" sldId="292"/>
            <ac:spMk id="10" creationId="{4F2159CD-F4B0-6852-A4DC-C520611A5B3F}"/>
          </ac:spMkLst>
        </pc:spChg>
      </pc:sldChg>
      <pc:sldChg chg="addSp delSp modSp mod">
        <pc:chgData name="Ashley Denoyer" userId="0867b5d0b17ac515" providerId="LiveId" clId="{373C3212-DB9D-45D7-A054-699107813D68}" dt="2025-04-14T13:07:32.298" v="1527" actId="1076"/>
        <pc:sldMkLst>
          <pc:docMk/>
          <pc:sldMk cId="2311193528" sldId="293"/>
        </pc:sldMkLst>
        <pc:spChg chg="add mod">
          <ac:chgData name="Ashley Denoyer" userId="0867b5d0b17ac515" providerId="LiveId" clId="{373C3212-DB9D-45D7-A054-699107813D68}" dt="2025-04-14T13:07:32.298" v="1527" actId="1076"/>
          <ac:spMkLst>
            <pc:docMk/>
            <pc:sldMk cId="2311193528" sldId="293"/>
            <ac:spMk id="3" creationId="{1599031E-C3FA-1438-7B4E-D7EDEB136542}"/>
          </ac:spMkLst>
        </pc:spChg>
        <pc:spChg chg="del mod">
          <ac:chgData name="Ashley Denoyer" userId="0867b5d0b17ac515" providerId="LiveId" clId="{373C3212-DB9D-45D7-A054-699107813D68}" dt="2025-04-14T00:16:50.426" v="1006" actId="478"/>
          <ac:spMkLst>
            <pc:docMk/>
            <pc:sldMk cId="2311193528" sldId="293"/>
            <ac:spMk id="10" creationId="{57EAEA3B-F51F-80B9-2835-ADA5A76C1DB5}"/>
          </ac:spMkLst>
        </pc:spChg>
      </pc:sldChg>
      <pc:sldChg chg="addSp delSp modSp mod">
        <pc:chgData name="Ashley Denoyer" userId="0867b5d0b17ac515" providerId="LiveId" clId="{373C3212-DB9D-45D7-A054-699107813D68}" dt="2025-04-14T14:28:07.403" v="1856" actId="20577"/>
        <pc:sldMkLst>
          <pc:docMk/>
          <pc:sldMk cId="2023846207" sldId="294"/>
        </pc:sldMkLst>
        <pc:spChg chg="mod">
          <ac:chgData name="Ashley Denoyer" userId="0867b5d0b17ac515" providerId="LiveId" clId="{373C3212-DB9D-45D7-A054-699107813D68}" dt="2025-04-14T14:10:19.917" v="1571" actId="27636"/>
          <ac:spMkLst>
            <pc:docMk/>
            <pc:sldMk cId="2023846207" sldId="294"/>
            <ac:spMk id="2" creationId="{31C3BC8C-0265-DD59-A79E-8658466E9DAD}"/>
          </ac:spMkLst>
        </pc:spChg>
        <pc:spChg chg="del mod">
          <ac:chgData name="Ashley Denoyer" userId="0867b5d0b17ac515" providerId="LiveId" clId="{373C3212-DB9D-45D7-A054-699107813D68}" dt="2025-04-14T14:16:59.956" v="1589" actId="478"/>
          <ac:spMkLst>
            <pc:docMk/>
            <pc:sldMk cId="2023846207" sldId="294"/>
            <ac:spMk id="6" creationId="{AEBEA2B9-3E87-15E1-3098-02468FC251A6}"/>
          </ac:spMkLst>
        </pc:spChg>
        <pc:spChg chg="add mod">
          <ac:chgData name="Ashley Denoyer" userId="0867b5d0b17ac515" providerId="LiveId" clId="{373C3212-DB9D-45D7-A054-699107813D68}" dt="2025-04-14T14:16:58.137" v="1588" actId="14100"/>
          <ac:spMkLst>
            <pc:docMk/>
            <pc:sldMk cId="2023846207" sldId="294"/>
            <ac:spMk id="7" creationId="{B98D587E-B877-E517-6C8D-66DABF3DC5D1}"/>
          </ac:spMkLst>
        </pc:spChg>
        <pc:spChg chg="mod">
          <ac:chgData name="Ashley Denoyer" userId="0867b5d0b17ac515" providerId="LiveId" clId="{373C3212-DB9D-45D7-A054-699107813D68}" dt="2025-04-14T14:28:07.403" v="1856" actId="20577"/>
          <ac:spMkLst>
            <pc:docMk/>
            <pc:sldMk cId="2023846207" sldId="294"/>
            <ac:spMk id="9" creationId="{523076DE-E71E-42B5-DE5B-1DD54B685EAA}"/>
          </ac:spMkLst>
        </pc:spChg>
        <pc:picChg chg="add mod">
          <ac:chgData name="Ashley Denoyer" userId="0867b5d0b17ac515" providerId="LiveId" clId="{373C3212-DB9D-45D7-A054-699107813D68}" dt="2025-04-14T14:16:47.771" v="1584" actId="1076"/>
          <ac:picMkLst>
            <pc:docMk/>
            <pc:sldMk cId="2023846207" sldId="294"/>
            <ac:picMk id="4" creationId="{0EB40A0D-07C8-E2B5-60FA-4F03DD163F60}"/>
          </ac:picMkLst>
        </pc:picChg>
        <pc:picChg chg="del">
          <ac:chgData name="Ashley Denoyer" userId="0867b5d0b17ac515" providerId="LiveId" clId="{373C3212-DB9D-45D7-A054-699107813D68}" dt="2025-04-14T14:10:33.495" v="1576" actId="478"/>
          <ac:picMkLst>
            <pc:docMk/>
            <pc:sldMk cId="2023846207" sldId="294"/>
            <ac:picMk id="5" creationId="{9E6C53E4-AF38-7794-A555-BC9DAB0DB8D0}"/>
          </ac:picMkLst>
        </pc:picChg>
        <pc:cxnChg chg="del mod">
          <ac:chgData name="Ashley Denoyer" userId="0867b5d0b17ac515" providerId="LiveId" clId="{373C3212-DB9D-45D7-A054-699107813D68}" dt="2025-04-14T14:20:26.486" v="1731" actId="478"/>
          <ac:cxnSpMkLst>
            <pc:docMk/>
            <pc:sldMk cId="2023846207" sldId="294"/>
            <ac:cxnSpMk id="8" creationId="{B93BB325-38A0-C718-0914-B46116510B94}"/>
          </ac:cxnSpMkLst>
        </pc:cxnChg>
        <pc:cxnChg chg="add mod">
          <ac:chgData name="Ashley Denoyer" userId="0867b5d0b17ac515" providerId="LiveId" clId="{373C3212-DB9D-45D7-A054-699107813D68}" dt="2025-04-14T14:22:09.566" v="1838" actId="14100"/>
          <ac:cxnSpMkLst>
            <pc:docMk/>
            <pc:sldMk cId="2023846207" sldId="294"/>
            <ac:cxnSpMk id="12" creationId="{1539CA0D-29AE-F401-433E-7A4231A8E0A1}"/>
          </ac:cxnSpMkLst>
        </pc:cxnChg>
      </pc:sldChg>
      <pc:sldChg chg="modSp mod">
        <pc:chgData name="Ashley Denoyer" userId="0867b5d0b17ac515" providerId="LiveId" clId="{373C3212-DB9D-45D7-A054-699107813D68}" dt="2025-04-14T14:46:38.885" v="2062" actId="115"/>
        <pc:sldMkLst>
          <pc:docMk/>
          <pc:sldMk cId="664976754" sldId="295"/>
        </pc:sldMkLst>
        <pc:spChg chg="mod">
          <ac:chgData name="Ashley Denoyer" userId="0867b5d0b17ac515" providerId="LiveId" clId="{373C3212-DB9D-45D7-A054-699107813D68}" dt="2025-04-14T14:10:28.407" v="1575" actId="27636"/>
          <ac:spMkLst>
            <pc:docMk/>
            <pc:sldMk cId="664976754" sldId="295"/>
            <ac:spMk id="2" creationId="{5CAD4805-C075-44F2-F421-271E9FFE7B05}"/>
          </ac:spMkLst>
        </pc:spChg>
        <pc:spChg chg="mod">
          <ac:chgData name="Ashley Denoyer" userId="0867b5d0b17ac515" providerId="LiveId" clId="{373C3212-DB9D-45D7-A054-699107813D68}" dt="2025-04-14T14:46:38.885" v="2062" actId="115"/>
          <ac:spMkLst>
            <pc:docMk/>
            <pc:sldMk cId="664976754" sldId="295"/>
            <ac:spMk id="6" creationId="{31693934-893E-F4A5-F0B5-6A656F1F9400}"/>
          </ac:spMkLst>
        </pc:spChg>
        <pc:cxnChg chg="mod">
          <ac:chgData name="Ashley Denoyer" userId="0867b5d0b17ac515" providerId="LiveId" clId="{373C3212-DB9D-45D7-A054-699107813D68}" dt="2025-04-14T14:45:16.410" v="2048" actId="14100"/>
          <ac:cxnSpMkLst>
            <pc:docMk/>
            <pc:sldMk cId="664976754" sldId="295"/>
            <ac:cxnSpMk id="8" creationId="{16FB0117-0CE4-A342-C8C3-016A1A1760B9}"/>
          </ac:cxnSpMkLst>
        </pc:cxnChg>
      </pc:sldChg>
      <pc:sldChg chg="addSp delSp modSp mod">
        <pc:chgData name="Ashley Denoyer" userId="0867b5d0b17ac515" providerId="LiveId" clId="{373C3212-DB9D-45D7-A054-699107813D68}" dt="2025-04-14T16:16:44.345" v="4754" actId="1076"/>
        <pc:sldMkLst>
          <pc:docMk/>
          <pc:sldMk cId="1257344734" sldId="296"/>
        </pc:sldMkLst>
        <pc:spChg chg="mod">
          <ac:chgData name="Ashley Denoyer" userId="0867b5d0b17ac515" providerId="LiveId" clId="{373C3212-DB9D-45D7-A054-699107813D68}" dt="2025-04-14T16:12:17.071" v="4602" actId="20577"/>
          <ac:spMkLst>
            <pc:docMk/>
            <pc:sldMk cId="1257344734" sldId="296"/>
            <ac:spMk id="2" creationId="{7F3C292F-BD0A-E0F5-85AD-505F0B091436}"/>
          </ac:spMkLst>
        </pc:spChg>
        <pc:spChg chg="del">
          <ac:chgData name="Ashley Denoyer" userId="0867b5d0b17ac515" providerId="LiveId" clId="{373C3212-DB9D-45D7-A054-699107813D68}" dt="2025-04-14T00:13:08.656" v="1001" actId="478"/>
          <ac:spMkLst>
            <pc:docMk/>
            <pc:sldMk cId="1257344734" sldId="296"/>
            <ac:spMk id="3" creationId="{FAB12A55-1D5D-976F-3795-4002B32EA83E}"/>
          </ac:spMkLst>
        </pc:spChg>
        <pc:spChg chg="mod">
          <ac:chgData name="Ashley Denoyer" userId="0867b5d0b17ac515" providerId="LiveId" clId="{373C3212-DB9D-45D7-A054-699107813D68}" dt="2025-04-14T15:35:50.095" v="4579" actId="20577"/>
          <ac:spMkLst>
            <pc:docMk/>
            <pc:sldMk cId="1257344734" sldId="296"/>
            <ac:spMk id="6" creationId="{ED3AE9C4-E77A-A67E-2D6F-1465A12C3F1B}"/>
          </ac:spMkLst>
        </pc:spChg>
        <pc:spChg chg="add mod">
          <ac:chgData name="Ashley Denoyer" userId="0867b5d0b17ac515" providerId="LiveId" clId="{373C3212-DB9D-45D7-A054-699107813D68}" dt="2025-04-14T16:14:50.340" v="4728" actId="115"/>
          <ac:spMkLst>
            <pc:docMk/>
            <pc:sldMk cId="1257344734" sldId="296"/>
            <ac:spMk id="9" creationId="{315D1C7E-70B0-17CA-7B30-86AB5B250356}"/>
          </ac:spMkLst>
        </pc:spChg>
        <pc:picChg chg="add mod">
          <ac:chgData name="Ashley Denoyer" userId="0867b5d0b17ac515" providerId="LiveId" clId="{373C3212-DB9D-45D7-A054-699107813D68}" dt="2025-04-14T16:16:44.345" v="4754" actId="1076"/>
          <ac:picMkLst>
            <pc:docMk/>
            <pc:sldMk cId="1257344734" sldId="296"/>
            <ac:picMk id="5" creationId="{B6F63E72-8BB3-7267-5BD3-8022658597BD}"/>
          </ac:picMkLst>
        </pc:picChg>
        <pc:picChg chg="add mod">
          <ac:chgData name="Ashley Denoyer" userId="0867b5d0b17ac515" providerId="LiveId" clId="{373C3212-DB9D-45D7-A054-699107813D68}" dt="2025-04-14T15:37:27.987" v="4594" actId="1076"/>
          <ac:picMkLst>
            <pc:docMk/>
            <pc:sldMk cId="1257344734" sldId="296"/>
            <ac:picMk id="8" creationId="{A79A1DCC-E717-990B-399B-3A36DE4A78D8}"/>
          </ac:picMkLst>
        </pc:picChg>
      </pc:sldChg>
      <pc:sldChg chg="modSp mod ord modShow">
        <pc:chgData name="Ashley Denoyer" userId="0867b5d0b17ac515" providerId="LiveId" clId="{373C3212-DB9D-45D7-A054-699107813D68}" dt="2025-04-14T17:22:34.556" v="5106"/>
        <pc:sldMkLst>
          <pc:docMk/>
          <pc:sldMk cId="3636959029" sldId="297"/>
        </pc:sldMkLst>
        <pc:spChg chg="mod">
          <ac:chgData name="Ashley Denoyer" userId="0867b5d0b17ac515" providerId="LiveId" clId="{373C3212-DB9D-45D7-A054-699107813D68}" dt="2025-04-13T03:01:53.750" v="913" actId="20577"/>
          <ac:spMkLst>
            <pc:docMk/>
            <pc:sldMk cId="3636959029" sldId="297"/>
            <ac:spMk id="6" creationId="{069921BA-8E63-C48F-B4C2-6D796E5E4633}"/>
          </ac:spMkLst>
        </pc:spChg>
      </pc:sldChg>
      <pc:sldChg chg="addSp delSp modSp mod ord">
        <pc:chgData name="Ashley Denoyer" userId="0867b5d0b17ac515" providerId="LiveId" clId="{373C3212-DB9D-45D7-A054-699107813D68}" dt="2025-04-14T16:43:15.524" v="5082"/>
        <pc:sldMkLst>
          <pc:docMk/>
          <pc:sldMk cId="1072079637" sldId="298"/>
        </pc:sldMkLst>
        <pc:spChg chg="mod">
          <ac:chgData name="Ashley Denoyer" userId="0867b5d0b17ac515" providerId="LiveId" clId="{373C3212-DB9D-45D7-A054-699107813D68}" dt="2025-04-14T15:32:42.908" v="4546" actId="20577"/>
          <ac:spMkLst>
            <pc:docMk/>
            <pc:sldMk cId="1072079637" sldId="298"/>
            <ac:spMk id="3" creationId="{EA7F73F5-3B6B-AD1B-D8BE-88AF8DCCD467}"/>
          </ac:spMkLst>
        </pc:spChg>
        <pc:spChg chg="add del mod">
          <ac:chgData name="Ashley Denoyer" userId="0867b5d0b17ac515" providerId="LiveId" clId="{373C3212-DB9D-45D7-A054-699107813D68}" dt="2025-04-14T15:35:23.909" v="4574" actId="2711"/>
          <ac:spMkLst>
            <pc:docMk/>
            <pc:sldMk cId="1072079637" sldId="298"/>
            <ac:spMk id="4" creationId="{57DC67FF-A4B6-0905-A5FB-3F7621AF3B85}"/>
          </ac:spMkLst>
        </pc:spChg>
        <pc:picChg chg="del mod">
          <ac:chgData name="Ashley Denoyer" userId="0867b5d0b17ac515" providerId="LiveId" clId="{373C3212-DB9D-45D7-A054-699107813D68}" dt="2025-04-14T15:34:48.693" v="4570" actId="478"/>
          <ac:picMkLst>
            <pc:docMk/>
            <pc:sldMk cId="1072079637" sldId="298"/>
            <ac:picMk id="6" creationId="{4E4E0226-41EE-28FD-3632-2B2F28270B1F}"/>
          </ac:picMkLst>
        </pc:picChg>
      </pc:sldChg>
      <pc:sldChg chg="addSp delSp modSp add mod ord">
        <pc:chgData name="Ashley Denoyer" userId="0867b5d0b17ac515" providerId="LiveId" clId="{373C3212-DB9D-45D7-A054-699107813D68}" dt="2025-04-14T17:14:44.782" v="5104"/>
        <pc:sldMkLst>
          <pc:docMk/>
          <pc:sldMk cId="1674913089" sldId="299"/>
        </pc:sldMkLst>
        <pc:spChg chg="mod">
          <ac:chgData name="Ashley Denoyer" userId="0867b5d0b17ac515" providerId="LiveId" clId="{373C3212-DB9D-45D7-A054-699107813D68}" dt="2025-04-13T02:29:00.765" v="34" actId="1076"/>
          <ac:spMkLst>
            <pc:docMk/>
            <pc:sldMk cId="1674913089" sldId="299"/>
            <ac:spMk id="2" creationId="{7D7B8928-C666-AF34-2865-EF66909F7CE0}"/>
          </ac:spMkLst>
        </pc:spChg>
        <pc:spChg chg="add mod">
          <ac:chgData name="Ashley Denoyer" userId="0867b5d0b17ac515" providerId="LiveId" clId="{373C3212-DB9D-45D7-A054-699107813D68}" dt="2025-04-13T02:39:19.035" v="738" actId="1076"/>
          <ac:spMkLst>
            <pc:docMk/>
            <pc:sldMk cId="1674913089" sldId="299"/>
            <ac:spMk id="5" creationId="{6098A006-C54B-DF68-358C-384A9BFEF712}"/>
          </ac:spMkLst>
        </pc:spChg>
        <pc:spChg chg="del mod">
          <ac:chgData name="Ashley Denoyer" userId="0867b5d0b17ac515" providerId="LiveId" clId="{373C3212-DB9D-45D7-A054-699107813D68}" dt="2025-04-13T02:28:38.168" v="27" actId="26606"/>
          <ac:spMkLst>
            <pc:docMk/>
            <pc:sldMk cId="1674913089" sldId="299"/>
            <ac:spMk id="10" creationId="{5D0EABAE-178F-3A2E-429B-19737EF16BEC}"/>
          </ac:spMkLst>
        </pc:spChg>
        <pc:spChg chg="del">
          <ac:chgData name="Ashley Denoyer" userId="0867b5d0b17ac515" providerId="LiveId" clId="{373C3212-DB9D-45D7-A054-699107813D68}" dt="2025-04-13T02:28:38.168" v="27" actId="26606"/>
          <ac:spMkLst>
            <pc:docMk/>
            <pc:sldMk cId="1674913089" sldId="299"/>
            <ac:spMk id="48" creationId="{6E8D4664-62D5-ED85-824D-A9D3B253FA10}"/>
          </ac:spMkLst>
        </pc:spChg>
        <pc:spChg chg="add">
          <ac:chgData name="Ashley Denoyer" userId="0867b5d0b17ac515" providerId="LiveId" clId="{373C3212-DB9D-45D7-A054-699107813D68}" dt="2025-04-13T02:28:38.168" v="27" actId="26606"/>
          <ac:spMkLst>
            <pc:docMk/>
            <pc:sldMk cId="1674913089" sldId="299"/>
            <ac:spMk id="74" creationId="{A6CA7A60-8DF8-4B78-BFE3-B372B90AB9F5}"/>
          </ac:spMkLst>
        </pc:spChg>
        <pc:graphicFrameChg chg="add del mod modGraphic">
          <ac:chgData name="Ashley Denoyer" userId="0867b5d0b17ac515" providerId="LiveId" clId="{373C3212-DB9D-45D7-A054-699107813D68}" dt="2025-04-13T02:36:45.197" v="440" actId="478"/>
          <ac:graphicFrameMkLst>
            <pc:docMk/>
            <pc:sldMk cId="1674913089" sldId="299"/>
            <ac:graphicFrameMk id="56" creationId="{BF5CED36-2A3C-B326-60F2-661B77A1D3CA}"/>
          </ac:graphicFrameMkLst>
        </pc:graphicFrameChg>
        <pc:picChg chg="del">
          <ac:chgData name="Ashley Denoyer" userId="0867b5d0b17ac515" providerId="LiveId" clId="{373C3212-DB9D-45D7-A054-699107813D68}" dt="2025-04-13T02:28:18.298" v="19" actId="478"/>
          <ac:picMkLst>
            <pc:docMk/>
            <pc:sldMk cId="1674913089" sldId="299"/>
            <ac:picMk id="4" creationId="{49057F59-ACCA-09A3-22FB-674AD7F5D12F}"/>
          </ac:picMkLst>
        </pc:picChg>
        <pc:picChg chg="add mod">
          <ac:chgData name="Ashley Denoyer" userId="0867b5d0b17ac515" providerId="LiveId" clId="{373C3212-DB9D-45D7-A054-699107813D68}" dt="2025-04-13T02:39:03.234" v="733" actId="1076"/>
          <ac:picMkLst>
            <pc:docMk/>
            <pc:sldMk cId="1674913089" sldId="299"/>
            <ac:picMk id="7" creationId="{A735EBEF-B480-EEC5-BFED-2E69ED72DCFB}"/>
          </ac:picMkLst>
        </pc:picChg>
        <pc:cxnChg chg="del">
          <ac:chgData name="Ashley Denoyer" userId="0867b5d0b17ac515" providerId="LiveId" clId="{373C3212-DB9D-45D7-A054-699107813D68}" dt="2025-04-13T02:28:38.168" v="27" actId="26606"/>
          <ac:cxnSpMkLst>
            <pc:docMk/>
            <pc:sldMk cId="1674913089" sldId="299"/>
            <ac:cxnSpMk id="40" creationId="{F43BAAC3-EA2E-E1E9-7803-E2005047D657}"/>
          </ac:cxnSpMkLst>
        </pc:cxnChg>
        <pc:cxnChg chg="del">
          <ac:chgData name="Ashley Denoyer" userId="0867b5d0b17ac515" providerId="LiveId" clId="{373C3212-DB9D-45D7-A054-699107813D68}" dt="2025-04-13T02:28:38.168" v="27" actId="26606"/>
          <ac:cxnSpMkLst>
            <pc:docMk/>
            <pc:sldMk cId="1674913089" sldId="299"/>
            <ac:cxnSpMk id="42" creationId="{77117239-0E06-0883-350D-5D093B09F4EF}"/>
          </ac:cxnSpMkLst>
        </pc:cxnChg>
        <pc:cxnChg chg="del">
          <ac:chgData name="Ashley Denoyer" userId="0867b5d0b17ac515" providerId="LiveId" clId="{373C3212-DB9D-45D7-A054-699107813D68}" dt="2025-04-13T02:28:38.168" v="27" actId="26606"/>
          <ac:cxnSpMkLst>
            <pc:docMk/>
            <pc:sldMk cId="1674913089" sldId="299"/>
            <ac:cxnSpMk id="44" creationId="{12B97648-440E-CF4D-B77F-AAC9C305B840}"/>
          </ac:cxnSpMkLst>
        </pc:cxnChg>
        <pc:cxnChg chg="del">
          <ac:chgData name="Ashley Denoyer" userId="0867b5d0b17ac515" providerId="LiveId" clId="{373C3212-DB9D-45D7-A054-699107813D68}" dt="2025-04-13T02:28:38.168" v="27" actId="26606"/>
          <ac:cxnSpMkLst>
            <pc:docMk/>
            <pc:sldMk cId="1674913089" sldId="299"/>
            <ac:cxnSpMk id="46" creationId="{B3C79111-3DD9-C9A0-33B0-0B673B4D0071}"/>
          </ac:cxnSpMkLst>
        </pc:cxnChg>
        <pc:cxnChg chg="add">
          <ac:chgData name="Ashley Denoyer" userId="0867b5d0b17ac515" providerId="LiveId" clId="{373C3212-DB9D-45D7-A054-699107813D68}" dt="2025-04-13T02:28:38.168" v="27" actId="26606"/>
          <ac:cxnSpMkLst>
            <pc:docMk/>
            <pc:sldMk cId="1674913089" sldId="299"/>
            <ac:cxnSpMk id="66" creationId="{A515E2ED-7EA9-448D-83FA-54C3DF9723BD}"/>
          </ac:cxnSpMkLst>
        </pc:cxnChg>
      </pc:sldChg>
      <pc:sldChg chg="addSp delSp modSp add mod modNotesTx">
        <pc:chgData name="Ashley Denoyer" userId="0867b5d0b17ac515" providerId="LiveId" clId="{373C3212-DB9D-45D7-A054-699107813D68}" dt="2025-04-14T15:38:27.472" v="4601" actId="478"/>
        <pc:sldMkLst>
          <pc:docMk/>
          <pc:sldMk cId="529733617" sldId="300"/>
        </pc:sldMkLst>
        <pc:spChg chg="mod">
          <ac:chgData name="Ashley Denoyer" userId="0867b5d0b17ac515" providerId="LiveId" clId="{373C3212-DB9D-45D7-A054-699107813D68}" dt="2025-04-13T03:00:48.668" v="758" actId="313"/>
          <ac:spMkLst>
            <pc:docMk/>
            <pc:sldMk cId="529733617" sldId="300"/>
            <ac:spMk id="2" creationId="{04B00D78-1066-AA00-E738-57EE1BC74609}"/>
          </ac:spMkLst>
        </pc:spChg>
        <pc:spChg chg="del">
          <ac:chgData name="Ashley Denoyer" userId="0867b5d0b17ac515" providerId="LiveId" clId="{373C3212-DB9D-45D7-A054-699107813D68}" dt="2025-04-13T03:00:28.260" v="744" actId="478"/>
          <ac:spMkLst>
            <pc:docMk/>
            <pc:sldMk cId="529733617" sldId="300"/>
            <ac:spMk id="3" creationId="{FAE564B3-ACD1-AED1-2537-8B79D984D7C8}"/>
          </ac:spMkLst>
        </pc:spChg>
        <pc:spChg chg="add del">
          <ac:chgData name="Ashley Denoyer" userId="0867b5d0b17ac515" providerId="LiveId" clId="{373C3212-DB9D-45D7-A054-699107813D68}" dt="2025-04-14T15:32:25.186" v="4525" actId="22"/>
          <ac:spMkLst>
            <pc:docMk/>
            <pc:sldMk cId="529733617" sldId="300"/>
            <ac:spMk id="5" creationId="{275D9166-6016-ADA8-1B18-C792886D7171}"/>
          </ac:spMkLst>
        </pc:spChg>
        <pc:spChg chg="mod">
          <ac:chgData name="Ashley Denoyer" userId="0867b5d0b17ac515" providerId="LiveId" clId="{373C3212-DB9D-45D7-A054-699107813D68}" dt="2025-04-14T15:24:30.768" v="3935" actId="20577"/>
          <ac:spMkLst>
            <pc:docMk/>
            <pc:sldMk cId="529733617" sldId="300"/>
            <ac:spMk id="6" creationId="{05E8DD8D-05BB-E97B-46DC-A36EDBFA8AF5}"/>
          </ac:spMkLst>
        </pc:spChg>
        <pc:spChg chg="add del mod">
          <ac:chgData name="Ashley Denoyer" userId="0867b5d0b17ac515" providerId="LiveId" clId="{373C3212-DB9D-45D7-A054-699107813D68}" dt="2025-04-14T15:38:27.472" v="4601" actId="478"/>
          <ac:spMkLst>
            <pc:docMk/>
            <pc:sldMk cId="529733617" sldId="300"/>
            <ac:spMk id="7" creationId="{8D24093B-EB66-79AE-26CC-797D4238A163}"/>
          </ac:spMkLst>
        </pc:spChg>
        <pc:graphicFrameChg chg="add mod modGraphic">
          <ac:chgData name="Ashley Denoyer" userId="0867b5d0b17ac515" providerId="LiveId" clId="{373C3212-DB9D-45D7-A054-699107813D68}" dt="2025-04-14T15:29:16.456" v="4513" actId="20577"/>
          <ac:graphicFrameMkLst>
            <pc:docMk/>
            <pc:sldMk cId="529733617" sldId="300"/>
            <ac:graphicFrameMk id="3" creationId="{0AF52F9A-7A5E-7139-82D6-CFBA4CEAB959}"/>
          </ac:graphicFrameMkLst>
        </pc:graphicFrameChg>
      </pc:sldChg>
      <pc:sldChg chg="new del">
        <pc:chgData name="Ashley Denoyer" userId="0867b5d0b17ac515" providerId="LiveId" clId="{373C3212-DB9D-45D7-A054-699107813D68}" dt="2025-04-13T02:53:05.043" v="741" actId="680"/>
        <pc:sldMkLst>
          <pc:docMk/>
          <pc:sldMk cId="947928944" sldId="300"/>
        </pc:sldMkLst>
      </pc:sldChg>
      <pc:sldChg chg="modSp add mod">
        <pc:chgData name="Ashley Denoyer" userId="0867b5d0b17ac515" providerId="LiveId" clId="{373C3212-DB9D-45D7-A054-699107813D68}" dt="2025-04-14T14:10:24.134" v="1573" actId="27636"/>
        <pc:sldMkLst>
          <pc:docMk/>
          <pc:sldMk cId="4120015019" sldId="301"/>
        </pc:sldMkLst>
        <pc:spChg chg="mod">
          <ac:chgData name="Ashley Denoyer" userId="0867b5d0b17ac515" providerId="LiveId" clId="{373C3212-DB9D-45D7-A054-699107813D68}" dt="2025-04-14T14:10:24.134" v="1573" actId="27636"/>
          <ac:spMkLst>
            <pc:docMk/>
            <pc:sldMk cId="4120015019" sldId="301"/>
            <ac:spMk id="2" creationId="{3E8EE36E-A8F0-69F9-74D4-CFEE0EB8898C}"/>
          </ac:spMkLst>
        </pc:spChg>
      </pc:sldChg>
      <pc:sldChg chg="add">
        <pc:chgData name="Ashley Denoyer" userId="0867b5d0b17ac515" providerId="LiveId" clId="{373C3212-DB9D-45D7-A054-699107813D68}" dt="2025-04-14T15:32:28.889" v="4526" actId="2890"/>
        <pc:sldMkLst>
          <pc:docMk/>
          <pc:sldMk cId="1841686650" sldId="302"/>
        </pc:sldMkLst>
      </pc:sldChg>
      <pc:sldChg chg="addSp delSp modSp add mod">
        <pc:chgData name="Ashley Denoyer" userId="0867b5d0b17ac515" providerId="LiveId" clId="{373C3212-DB9D-45D7-A054-699107813D68}" dt="2025-04-14T16:55:14.377" v="5102" actId="20577"/>
        <pc:sldMkLst>
          <pc:docMk/>
          <pc:sldMk cId="4256127959" sldId="303"/>
        </pc:sldMkLst>
        <pc:spChg chg="mod">
          <ac:chgData name="Ashley Denoyer" userId="0867b5d0b17ac515" providerId="LiveId" clId="{373C3212-DB9D-45D7-A054-699107813D68}" dt="2025-04-14T16:55:14.377" v="5102" actId="20577"/>
          <ac:spMkLst>
            <pc:docMk/>
            <pc:sldMk cId="4256127959" sldId="303"/>
            <ac:spMk id="9" creationId="{B043F2E3-7454-937E-86CC-FBB2EE938981}"/>
          </ac:spMkLst>
        </pc:spChg>
        <pc:picChg chg="add mod">
          <ac:chgData name="Ashley Denoyer" userId="0867b5d0b17ac515" providerId="LiveId" clId="{373C3212-DB9D-45D7-A054-699107813D68}" dt="2025-04-14T16:17:18.699" v="4762" actId="14100"/>
          <ac:picMkLst>
            <pc:docMk/>
            <pc:sldMk cId="4256127959" sldId="303"/>
            <ac:picMk id="4" creationId="{65409BF1-67FA-EF7B-9546-C7E2129209AD}"/>
          </ac:picMkLst>
        </pc:picChg>
        <pc:picChg chg="del">
          <ac:chgData name="Ashley Denoyer" userId="0867b5d0b17ac515" providerId="LiveId" clId="{373C3212-DB9D-45D7-A054-699107813D68}" dt="2025-04-14T16:15:39.990" v="4735" actId="478"/>
          <ac:picMkLst>
            <pc:docMk/>
            <pc:sldMk cId="4256127959" sldId="303"/>
            <ac:picMk id="5" creationId="{96005CEE-B1D7-0573-2828-C3343C63A10C}"/>
          </ac:picMkLst>
        </pc:picChg>
        <pc:picChg chg="del">
          <ac:chgData name="Ashley Denoyer" userId="0867b5d0b17ac515" providerId="LiveId" clId="{373C3212-DB9D-45D7-A054-699107813D68}" dt="2025-04-14T16:15:45.865" v="4738" actId="478"/>
          <ac:picMkLst>
            <pc:docMk/>
            <pc:sldMk cId="4256127959" sldId="303"/>
            <ac:picMk id="8" creationId="{3888DDA5-602B-8B4B-5D4E-A5BF63C67C33}"/>
          </ac:picMkLst>
        </pc:picChg>
        <pc:picChg chg="add mod">
          <ac:chgData name="Ashley Denoyer" userId="0867b5d0b17ac515" providerId="LiveId" clId="{373C3212-DB9D-45D7-A054-699107813D68}" dt="2025-04-14T16:17:16.061" v="4761" actId="1076"/>
          <ac:picMkLst>
            <pc:docMk/>
            <pc:sldMk cId="4256127959" sldId="303"/>
            <ac:picMk id="10" creationId="{C73C042D-4D36-59B8-0B55-0D7228E1898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EE03-13B7-C180-192D-F292A6A2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5BAD1-075B-22BC-439D-47E54176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E39FC-BC62-0922-6EF0-D3D3CAFB3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F44E9-9E1B-EAB8-DBE0-D01B9D56F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7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1C46-6CF1-4275-D800-DAB861BC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63668-3853-42F6-6A49-A299EFE06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9E73E-4999-446C-CB70-7E96AEFDD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5B0A-75B0-B9D2-6578-AC9AAC127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5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D79C4-AF21-985D-F198-BE11A682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637BB-96B4-642F-D7CD-5E8E220BB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6E7EE-4A53-7030-C9BE-52F5C36F6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917E-2F01-4109-D82D-18C2811D6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3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B75E4-1B91-85FB-8CF8-4B08F9D17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901FA-F9B2-0493-34B5-69F89629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41A5B-5964-F0D1-1DAF-50E4450A5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A875-485A-B0B2-7BBA-E8091287C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9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8707B-636F-4388-4C94-C3F69474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72050D-6B6F-5ED4-81AB-E8D9BFE86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3BD7F1-4C41-8FDC-FCD2-6ABF3283E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6486F42-5765-FE70-DFE6-FA7DDED82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904CB6-3B13-4ABD-AEDC-03F2A2573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D03DEA-D06F-DE06-ACD1-7E97FBEB2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C1750F2-7FF9-38BD-87BC-922A6ABA8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CE74E9-F5B2-3EDD-1B19-3F01BB49A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346D4E0-46D3-408C-E5E6-3D924D4B6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C3BC8C-0265-DD59-A79E-8658466E9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80" y="136294"/>
            <a:ext cx="9548661" cy="8468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600" b="1" dirty="0">
                <a:solidFill>
                  <a:srgbClr val="1B6F83"/>
                </a:solidFill>
              </a:rPr>
              <a:t>Design: SSMS (HOW)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E82CE2-7763-2B69-D205-02F5F16C1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8034" y="0"/>
            <a:ext cx="6553966" cy="35426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FA6FFBA-E255-FD21-71A1-A832A4D03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851108" y="4783369"/>
            <a:ext cx="5340893" cy="207463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27F1150-2B78-837E-377D-D7565E3A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021640" y="0"/>
            <a:ext cx="1268175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3076DE-E71E-42B5-DE5B-1DD54B685EAA}"/>
              </a:ext>
            </a:extLst>
          </p:cNvPr>
          <p:cNvSpPr txBox="1"/>
          <p:nvPr/>
        </p:nvSpPr>
        <p:spPr>
          <a:xfrm>
            <a:off x="609600" y="1923807"/>
            <a:ext cx="20283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6F83"/>
                </a:solidFill>
              </a:rPr>
              <a:t>Process begins in SQL Server Management Studio, where structure is implemented. </a:t>
            </a:r>
          </a:p>
          <a:p>
            <a:endParaRPr lang="en-US" b="1" dirty="0">
              <a:solidFill>
                <a:srgbClr val="1B6F83"/>
              </a:solidFill>
            </a:endParaRPr>
          </a:p>
          <a:p>
            <a:r>
              <a:rPr lang="en-US" b="1" dirty="0">
                <a:solidFill>
                  <a:srgbClr val="1B6F83"/>
                </a:solidFill>
              </a:rPr>
              <a:t>SQL Script (868 pages) forms the foundation where all clinical and compliance data for OHMC will be stored securely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EB40A0D-07C8-E2B5-60FA-4F03DD163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92" y="1269447"/>
            <a:ext cx="8949815" cy="51037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98D587E-B877-E517-6C8D-66DABF3DC5D1}"/>
              </a:ext>
            </a:extLst>
          </p:cNvPr>
          <p:cNvSpPr/>
          <p:nvPr/>
        </p:nvSpPr>
        <p:spPr>
          <a:xfrm>
            <a:off x="3162591" y="3770467"/>
            <a:ext cx="1545771" cy="13972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39CA0D-29AE-F401-433E-7A4231A8E0A1}"/>
              </a:ext>
            </a:extLst>
          </p:cNvPr>
          <p:cNvCxnSpPr>
            <a:cxnSpLocks/>
          </p:cNvCxnSpPr>
          <p:nvPr/>
        </p:nvCxnSpPr>
        <p:spPr>
          <a:xfrm>
            <a:off x="2260406" y="2984791"/>
            <a:ext cx="1161678" cy="8608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84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3DE3C-81CF-226D-44A0-CB5F2946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A2CAFF-3335-9CB3-68C4-ACC352F57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F41E94-FEA5-290A-537C-EEDEA6E58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663AF46-D821-FBCA-8BEC-AA895383F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5074C0-9120-8DCB-B88D-0128ABB3F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6574C7-1702-6EE4-E953-92A10FF0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61CD2A4-8C56-9EE5-53E3-619EF3A83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54F9BE9-01D4-0C60-110E-3FE29E914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4AB8F15-6B50-A342-8BB2-0E8BAB0E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EE36E-A8F0-69F9-74D4-CFEE0EB88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880" y="136294"/>
            <a:ext cx="9548661" cy="8468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600" b="1" dirty="0">
                <a:solidFill>
                  <a:srgbClr val="1B6F83"/>
                </a:solidFill>
              </a:rPr>
              <a:t>Design: Ms access (HOW)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CE8F480-4DA8-E96B-CCD3-7AB6F1530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8034" y="0"/>
            <a:ext cx="6553966" cy="35426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3484F7-994F-A6C9-C2B7-C1FDB3976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851108" y="4783369"/>
            <a:ext cx="5340893" cy="207463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FAFDFE6-7F93-18C8-C9EE-B48851D36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021640" y="0"/>
            <a:ext cx="1268175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medical website&#10;&#10;AI-generated content may be incorrect.">
            <a:extLst>
              <a:ext uri="{FF2B5EF4-FFF2-40B4-BE49-F238E27FC236}">
                <a16:creationId xmlns:a16="http://schemas.microsoft.com/office/drawing/2014/main" id="{96827249-1170-0D30-2736-72A31B3E3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682" y="1158360"/>
            <a:ext cx="10216949" cy="52101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41C6238-86B2-2C3C-1123-380ACB223B62}"/>
              </a:ext>
            </a:extLst>
          </p:cNvPr>
          <p:cNvSpPr/>
          <p:nvPr/>
        </p:nvSpPr>
        <p:spPr>
          <a:xfrm>
            <a:off x="2117267" y="2951391"/>
            <a:ext cx="1545771" cy="6313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60DAE0-ABE2-1D8B-EB76-7BC966FD6B23}"/>
              </a:ext>
            </a:extLst>
          </p:cNvPr>
          <p:cNvCxnSpPr>
            <a:cxnSpLocks/>
          </p:cNvCxnSpPr>
          <p:nvPr/>
        </p:nvCxnSpPr>
        <p:spPr>
          <a:xfrm>
            <a:off x="1127656" y="2791167"/>
            <a:ext cx="1334788" cy="1602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FCC82A-A5B0-7D4A-61E9-661BDCD8FEB8}"/>
              </a:ext>
            </a:extLst>
          </p:cNvPr>
          <p:cNvSpPr txBox="1"/>
          <p:nvPr/>
        </p:nvSpPr>
        <p:spPr>
          <a:xfrm>
            <a:off x="393880" y="2517956"/>
            <a:ext cx="987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B6F83"/>
                </a:solidFill>
              </a:rPr>
              <a:t>Click here to fill out Patient Form</a:t>
            </a:r>
          </a:p>
        </p:txBody>
      </p:sp>
    </p:spTree>
    <p:extLst>
      <p:ext uri="{BB962C8B-B14F-4D97-AF65-F5344CB8AC3E}">
        <p14:creationId xmlns:p14="http://schemas.microsoft.com/office/powerpoint/2010/main" val="412001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CF9C-18EB-C1E8-3422-765870BC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E3CA2DE-12D1-AAD8-5395-9958D2BC5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B67BCB-ADA3-0ECF-A25A-D8188DCA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DE73558-D7EB-257F-2B8A-51E9815A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49A999-CDC5-09FC-2289-D6BF4BE4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36BEA2F-F229-F0F0-69D8-36870B78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DB8D0A-8856-E8F2-C479-E29BC155B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BE0BD4E-FB9F-3C1B-8DB7-75392D9C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683489C-0BB4-24CE-B611-10DBF347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D4805-C075-44F2-F421-271E9FFE7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115" y="54418"/>
            <a:ext cx="9548661" cy="8468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600" b="1" dirty="0">
                <a:solidFill>
                  <a:srgbClr val="1B6F83"/>
                </a:solidFill>
              </a:rPr>
              <a:t>Design: Ms access (HOW) 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F16F06D-29B9-9BD6-3342-337EA8AE7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8034" y="0"/>
            <a:ext cx="6553966" cy="35426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6A95FA-DB66-B6C8-79B6-428DCD785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851108" y="4783369"/>
            <a:ext cx="5340893" cy="207463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156E9D-7D7C-FBBA-C519-74A57881E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021640" y="0"/>
            <a:ext cx="1268175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patient form&#10;&#10;AI-generated content may be incorrect.">
            <a:extLst>
              <a:ext uri="{FF2B5EF4-FFF2-40B4-BE49-F238E27FC236}">
                <a16:creationId xmlns:a16="http://schemas.microsoft.com/office/drawing/2014/main" id="{A9B51183-81B8-A13E-2D05-63469DB06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876" y="1144876"/>
            <a:ext cx="7192451" cy="511570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693934-893E-F4A5-F0B5-6A656F1F9400}"/>
              </a:ext>
            </a:extLst>
          </p:cNvPr>
          <p:cNvSpPr txBox="1">
            <a:spLocks/>
          </p:cNvSpPr>
          <p:nvPr/>
        </p:nvSpPr>
        <p:spPr>
          <a:xfrm>
            <a:off x="98424" y="1874494"/>
            <a:ext cx="4487502" cy="3602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b="1" dirty="0">
                <a:solidFill>
                  <a:srgbClr val="1B6F83"/>
                </a:solidFill>
              </a:rPr>
              <a:t>One example of 6 forms including the Main Menu</a:t>
            </a:r>
          </a:p>
          <a:p>
            <a:pPr>
              <a:spcBef>
                <a:spcPts val="0"/>
              </a:spcBef>
            </a:pPr>
            <a:endParaRPr lang="en-US" b="1" dirty="0">
              <a:solidFill>
                <a:srgbClr val="1B6F83"/>
              </a:solidFill>
            </a:endParaRPr>
          </a:p>
          <a:p>
            <a:pPr>
              <a:spcBef>
                <a:spcPts val="0"/>
              </a:spcBef>
            </a:pPr>
            <a:r>
              <a:rPr lang="en-US" b="1" u="sng" dirty="0">
                <a:solidFill>
                  <a:srgbClr val="1B6F83"/>
                </a:solidFill>
              </a:rPr>
              <a:t>Create</a:t>
            </a:r>
            <a:r>
              <a:rPr lang="en-US" b="1" dirty="0">
                <a:solidFill>
                  <a:srgbClr val="1B6F83"/>
                </a:solidFill>
              </a:rPr>
              <a:t> (“Add Patient Record”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1B6F83"/>
                </a:solidFill>
              </a:rPr>
              <a:t>   </a:t>
            </a:r>
            <a:r>
              <a:rPr lang="en-US" b="1" u="sng" dirty="0">
                <a:solidFill>
                  <a:srgbClr val="1B6F83"/>
                </a:solidFill>
              </a:rPr>
              <a:t>Read</a:t>
            </a:r>
            <a:r>
              <a:rPr lang="en-US" b="1" dirty="0">
                <a:solidFill>
                  <a:srgbClr val="1B6F83"/>
                </a:solidFill>
              </a:rPr>
              <a:t> (“Find Record”)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1B6F83"/>
                </a:solidFill>
              </a:rPr>
              <a:t>   </a:t>
            </a:r>
            <a:r>
              <a:rPr lang="en-US" b="1" u="sng" dirty="0">
                <a:solidFill>
                  <a:srgbClr val="1B6F83"/>
                </a:solidFill>
              </a:rPr>
              <a:t>Update</a:t>
            </a:r>
            <a:r>
              <a:rPr lang="en-US" b="1" dirty="0">
                <a:solidFill>
                  <a:srgbClr val="1B6F83"/>
                </a:solidFill>
              </a:rPr>
              <a:t> (any fields)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1B6F83"/>
                </a:solidFill>
              </a:rPr>
              <a:t>   </a:t>
            </a:r>
            <a:r>
              <a:rPr lang="en-US" b="1" u="sng" dirty="0">
                <a:solidFill>
                  <a:srgbClr val="1B6F83"/>
                </a:solidFill>
              </a:rPr>
              <a:t>Delete</a:t>
            </a:r>
            <a:r>
              <a:rPr lang="en-US" b="1" dirty="0">
                <a:solidFill>
                  <a:srgbClr val="1B6F83"/>
                </a:solidFill>
              </a:rPr>
              <a:t> (“Delete Patient Record”)</a:t>
            </a:r>
          </a:p>
          <a:p>
            <a:endParaRPr lang="en-US" b="1" dirty="0">
              <a:solidFill>
                <a:srgbClr val="1B6F83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873BE0-2B9D-E448-1BBB-D52419EC5364}"/>
              </a:ext>
            </a:extLst>
          </p:cNvPr>
          <p:cNvSpPr/>
          <p:nvPr/>
        </p:nvSpPr>
        <p:spPr>
          <a:xfrm>
            <a:off x="8095912" y="2371737"/>
            <a:ext cx="2531332" cy="347661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FB0117-0CE4-A342-C8C3-016A1A1760B9}"/>
              </a:ext>
            </a:extLst>
          </p:cNvPr>
          <p:cNvCxnSpPr>
            <a:cxnSpLocks/>
          </p:cNvCxnSpPr>
          <p:nvPr/>
        </p:nvCxnSpPr>
        <p:spPr>
          <a:xfrm flipV="1">
            <a:off x="3100387" y="2906380"/>
            <a:ext cx="5314034" cy="10197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97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A4E2F-9B2F-A0F6-1818-01E5FE18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14C1BB-1D93-ACEF-C6AE-8E8F7FFAB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C56857-AF92-4609-3353-876F8F843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C03D5AC-860D-0359-6575-936E7358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CD7336-7D6F-142E-9AAF-F9385F524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A91A17-3917-F379-C583-0FF71B394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C58326-6BDB-0DE5-7386-5FEBDE0B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D03C1A2-6C19-0B7E-99CB-5FB8C8B2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53F6482-5975-967A-DE25-6B6924781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1989864-92EF-27A4-06BE-3234875E1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8034" y="0"/>
            <a:ext cx="6553966" cy="35426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0C7FAC3-0188-DFB9-3C18-FF536C518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851108" y="4783369"/>
            <a:ext cx="5340893" cy="207463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876A120-E96D-0CF7-EF6E-31B98811E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021640" y="0"/>
            <a:ext cx="1268175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8648A9-C0F2-45DD-AE01-C5A5C11F3885}"/>
              </a:ext>
            </a:extLst>
          </p:cNvPr>
          <p:cNvSpPr txBox="1">
            <a:spLocks/>
          </p:cNvSpPr>
          <p:nvPr/>
        </p:nvSpPr>
        <p:spPr>
          <a:xfrm>
            <a:off x="704855" y="461224"/>
            <a:ext cx="6728302" cy="2473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b="1" dirty="0">
                <a:solidFill>
                  <a:srgbClr val="1B6F83"/>
                </a:solidFill>
              </a:rPr>
              <a:t>MS Access Link:</a:t>
            </a:r>
          </a:p>
          <a:p>
            <a:pPr>
              <a:spcBef>
                <a:spcPts val="0"/>
              </a:spcBef>
            </a:pPr>
            <a:endParaRPr lang="en-US" b="1" dirty="0">
              <a:solidFill>
                <a:srgbClr val="1B6F83"/>
              </a:solidFill>
            </a:endParaRPr>
          </a:p>
          <a:p>
            <a:r>
              <a:rPr lang="en-US" b="1" dirty="0">
                <a:solidFill>
                  <a:srgbClr val="1B6F83"/>
                </a:solidFill>
              </a:rPr>
              <a:t>https://1drv.ms/u/c/0867b5d0b17ac515/Ecavm875KMNFhVwUQcftWRcBUWjDhr1bcGejNlsqo9sWVg?e=m6q6PU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B30BE71-1CD5-FEAA-D881-A995E0EB4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578343"/>
              </p:ext>
            </p:extLst>
          </p:nvPr>
        </p:nvGraphicFramePr>
        <p:xfrm>
          <a:off x="2928190" y="715316"/>
          <a:ext cx="2599007" cy="685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339702" imgH="526902" progId="Package">
                  <p:embed/>
                </p:oleObj>
              </mc:Choice>
              <mc:Fallback>
                <p:oleObj name="Packager Shell Object" showAsIcon="1" r:id="rId3" imgW="1339702" imgH="526902" progId="Package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B30BE71-1CD5-FEAA-D881-A995E0EB4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8190" y="715316"/>
                        <a:ext cx="2599007" cy="685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6984041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{014D7794-1ACE-4BBB-B3E7-083FCFA323C4}tf22797433_win32</Template>
  <TotalTime>1211</TotalTime>
  <Words>120</Words>
  <Application>Microsoft Office PowerPoint</Application>
  <PresentationFormat>Widescreen</PresentationFormat>
  <Paragraphs>20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Univers Condensed Light</vt:lpstr>
      <vt:lpstr>Walbaum Display Light</vt:lpstr>
      <vt:lpstr>AngleLinesVTI</vt:lpstr>
      <vt:lpstr>Package</vt:lpstr>
      <vt:lpstr>Design: SSMS (HOW)</vt:lpstr>
      <vt:lpstr>Design: Ms access (HOW)</vt:lpstr>
      <vt:lpstr>Design: Ms access (HOW)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Denoyer</dc:creator>
  <cp:lastModifiedBy>Ashley Denoyer</cp:lastModifiedBy>
  <cp:revision>2</cp:revision>
  <dcterms:created xsi:type="dcterms:W3CDTF">2025-04-13T01:00:13Z</dcterms:created>
  <dcterms:modified xsi:type="dcterms:W3CDTF">2025-04-14T17:56:52Z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